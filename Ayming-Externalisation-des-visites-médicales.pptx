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hyperlink" Target="https://www.ayming.fr/temoignages-clients/lexternalisation-du-suivi-des-visites-medicales-chez-euralis/?utm_source=slides-sales&amp;utm_medium=print&amp;utm_campaign=visites-medicales&amp;utm_content=testimonial" TargetMode="External"/><Relationship Id="rId4" Type="http://schemas.openxmlformats.org/officeDocument/2006/relationships/hyperlink" Target="https://www.ayming.fr/temoignages-clients/la-securisation-du-suivi-des-visites-medicales-chez-kpark/?utm_source=slides-sales&amp;utm_medium=print&amp;utm_campaign=visites-medicales&amp;utm_content=testimonial" TargetMode="Externa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2000199" y="1699128"/>
            <a:ext cx="4057548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6514937" y="1699128"/>
            <a:ext cx="4057548" cy="400039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